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ADVANCED FEATURES  ·  PARALLEL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How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Sub-Agents 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Multiple workers tackling different tasks at the same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9847" y="1600200"/>
            <a:ext cx="4572000" cy="10515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09847" y="1600200"/>
            <a:ext cx="457200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8447" y="182880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E87A2C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7A2C"/>
                </a:solidFill>
                <a:latin typeface="Trebuchet MS"/>
              </a:rPr>
              <a:t>Main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2130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Assigns tasks, waits for results, compiles final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0251" y="2697479"/>
            <a:ext cx="27432" cy="128016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2401671" y="3959352"/>
            <a:ext cx="164592" cy="164592"/>
          </a:xfrm>
          <a:prstGeom prst="triangl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2131" y="2697479"/>
            <a:ext cx="27432" cy="128016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6013551" y="3959352"/>
            <a:ext cx="164592" cy="164592"/>
          </a:xfrm>
          <a:prstGeom prst="triangle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4011" y="2697479"/>
            <a:ext cx="27432" cy="128016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9625431" y="3959352"/>
            <a:ext cx="164592" cy="164592"/>
          </a:xfrm>
          <a:prstGeom prst="triangle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8487" y="326897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1367" y="3287268"/>
            <a:ext cx="3108960" cy="2743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ECCB1"/>
                </a:solidFill>
                <a:latin typeface="Calibri"/>
              </a:rPr>
              <a:t>▼  All three run simultaneously 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767" y="4160520"/>
            <a:ext cx="3200400" cy="11430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767" y="4160520"/>
            <a:ext cx="320040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6647" y="4361688"/>
            <a:ext cx="411480" cy="4114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2ECCB1"/>
                </a:solidFill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5287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CCB1"/>
                </a:solidFill>
                <a:latin typeface="Trebuchet MS"/>
              </a:rPr>
              <a:t>Sub-Agent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5287" y="46908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Researches GoHighLevel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5647" y="4160520"/>
            <a:ext cx="3200400" cy="11430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95647" y="4160520"/>
            <a:ext cx="320040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78527" y="4361688"/>
            <a:ext cx="411480" cy="4114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E8C82C"/>
                </a:solidFill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7167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C82C"/>
                </a:solidFill>
                <a:latin typeface="Trebuchet MS"/>
              </a:rPr>
              <a:t>Sub-Agent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167" y="46908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Researches HubSpot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7527" y="4160520"/>
            <a:ext cx="3200400" cy="11430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7527" y="4160520"/>
            <a:ext cx="320040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90407" y="4361688"/>
            <a:ext cx="411480" cy="4114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9B6BD6"/>
                </a:solidFill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9047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6BD6"/>
                </a:solidFill>
                <a:latin typeface="Trebuchet MS"/>
              </a:rPr>
              <a:t>Sub-Agent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047" y="46908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Researches Salesforce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20543" y="5504688"/>
            <a:ext cx="27432" cy="30175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2461107" y="5486400"/>
            <a:ext cx="146304" cy="146304"/>
          </a:xfrm>
          <a:prstGeom prst="triangl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32423" y="5504688"/>
            <a:ext cx="27432" cy="301752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6072987" y="5486400"/>
            <a:ext cx="146304" cy="146304"/>
          </a:xfrm>
          <a:prstGeom prst="triangle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44303" y="5504688"/>
            <a:ext cx="27432" cy="301752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9684867" y="5486400"/>
            <a:ext cx="146304" cy="146304"/>
          </a:xfrm>
          <a:prstGeom prst="triangle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67047" y="5413248"/>
            <a:ext cx="3657600" cy="2743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7A2C"/>
                </a:solidFill>
                <a:latin typeface="Calibri"/>
              </a:rPr>
              <a:t>▲  Results compiled into single report  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COST TIP   </a:t>
            </a:r>
            <a:r>
              <a:rPr sz="1300">
                <a:solidFill>
                  <a:srgbClr val="BBBBCC"/>
                </a:solidFill>
                <a:latin typeface="Calibri"/>
              </a:rPr>
              <a:t>Sub-agents use tokens across multiple sessions at the same time. Use cheaper models for research tasks, stronger models for compiling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