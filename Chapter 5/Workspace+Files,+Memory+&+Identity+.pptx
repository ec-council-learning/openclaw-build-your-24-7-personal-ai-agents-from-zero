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YOUR AGENT'S BRAIN  · 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Workspace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Your agent's entire brain is just markdown files in a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64240" cy="4297680"/>
          </a:xfrm>
          <a:prstGeom prst="rect">
            <a:avLst/>
          </a:prstGeom>
          <a:solidFill>
            <a:srgbClr val="18182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E87A2C"/>
                </a:solidFill>
                <a:latin typeface="Consolas"/>
              </a:rPr>
              <a:t>~/.openclaw/workspace/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AGENTS.md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 b="1">
                <a:solidFill>
                  <a:srgbClr val="E87A2C"/>
                </a:solidFill>
                <a:latin typeface="Calibri"/>
              </a:rPr>
              <a:t>Rules &amp; behaviour</a:t>
            </a:r>
            <a:r>
              <a:rPr sz="1100">
                <a:solidFill>
                  <a:srgbClr val="E87A2C"/>
                </a:solidFill>
                <a:latin typeface="Calibri"/>
              </a:rPr>
              <a:t>  (reads every session)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SOUL.md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 b="1">
                <a:solidFill>
                  <a:srgbClr val="E87A2C"/>
                </a:solidFill>
                <a:latin typeface="Calibri"/>
              </a:rPr>
              <a:t>Personality &amp; tone</a:t>
            </a:r>
            <a:r>
              <a:rPr sz="1100">
                <a:solidFill>
                  <a:srgbClr val="E87A2C"/>
                </a:solidFill>
                <a:latin typeface="Calibri"/>
              </a:rPr>
              <a:t>  (reads every session)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USER.md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 b="1">
                <a:solidFill>
                  <a:srgbClr val="E87A2C"/>
                </a:solidFill>
                <a:latin typeface="Calibri"/>
              </a:rPr>
              <a:t>All about you</a:t>
            </a:r>
            <a:r>
              <a:rPr sz="1100">
                <a:solidFill>
                  <a:srgbClr val="E87A2C"/>
                </a:solidFill>
                <a:latin typeface="Calibri"/>
              </a:rPr>
              <a:t>  (reads every session)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IDENTITY.md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Name, emoji, vibe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TOOLS.md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Available tool notes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HEARTBEAT.md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Scheduled check-ins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BOOT.md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First-run setup (optional)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MEMORY.md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Persistent long-term memory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├── </a:t>
            </a:r>
            <a:r>
              <a:rPr sz="1300" b="0">
                <a:solidFill>
                  <a:srgbClr val="8888AA"/>
                </a:solidFill>
                <a:latin typeface="Consolas"/>
              </a:rPr>
              <a:t>memory/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Daily logs (last 2 days loaded)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│   ├── </a:t>
            </a:r>
            <a:r>
              <a:rPr sz="1300" b="0">
                <a:solidFill>
                  <a:srgbClr val="FFFFFF"/>
                </a:solidFill>
                <a:latin typeface="Consolas"/>
              </a:rPr>
              <a:t>2026-03-31.md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│   └── </a:t>
            </a:r>
            <a:r>
              <a:rPr sz="1300" b="0">
                <a:solidFill>
                  <a:srgbClr val="8888AA"/>
                </a:solidFill>
                <a:latin typeface="Consolas"/>
              </a:rPr>
              <a:t>...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>
                <a:solidFill>
                  <a:srgbClr val="8888AA"/>
                </a:solidFill>
                <a:latin typeface="Consolas"/>
              </a:rPr>
              <a:t>└── </a:t>
            </a:r>
            <a:r>
              <a:rPr sz="1300" b="0">
                <a:solidFill>
                  <a:srgbClr val="8888AA"/>
                </a:solidFill>
                <a:latin typeface="Consolas"/>
              </a:rPr>
              <a:t>skills/</a:t>
            </a:r>
            <a:r>
              <a:rPr sz="1300">
                <a:solidFill>
                  <a:srgbClr val="8888AA"/>
                </a:solidFill>
                <a:latin typeface="Consolas"/>
              </a:rPr>
              <a:t>   ← </a:t>
            </a:r>
            <a:r>
              <a:rPr sz="1300">
                <a:solidFill>
                  <a:srgbClr val="BBBBCC"/>
                </a:solidFill>
                <a:latin typeface="Calibri"/>
              </a:rPr>
              <a:t>Installed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THESE ARE JUST TEXT FILES   </a:t>
            </a:r>
            <a:r>
              <a:rPr sz="1300">
                <a:solidFill>
                  <a:srgbClr val="BBBBCC"/>
                </a:solidFill>
                <a:latin typeface="Calibri"/>
              </a:rPr>
              <a:t>You can read, edit, or ask your agent to update any of them at any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YOUR AGENT'S BRAIN  ·  KEY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The Big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Four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The files that define everything about your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1600200"/>
            <a:ext cx="2468880" cy="38404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447" y="1600200"/>
            <a:ext cx="246888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18288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  ┌──┐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  │AI│──┐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  └──┘ 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┌───┐ ┌─▼─┐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│ ! │ │ ✓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7A2C"/>
                </a:solidFill>
                <a:latin typeface="Consolas"/>
              </a:rPr>
              <a:t>  └───┘ └───┘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AGENTS.md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247" y="3995928"/>
            <a:ext cx="1097280" cy="36576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BBBCC"/>
                </a:solidFill>
                <a:latin typeface="Calibri"/>
              </a:rPr>
              <a:t>How bot behaves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047" y="4937760"/>
            <a:ext cx="2011680" cy="274320"/>
          </a:xfrm>
          <a:prstGeom prst="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A2C"/>
                </a:solidFill>
                <a:latin typeface="Calibri"/>
              </a:rPr>
              <a:t>reads every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4087" y="1600200"/>
            <a:ext cx="2468880" cy="38404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4087" y="1600200"/>
            <a:ext cx="246888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18288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  ╭─╮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 (   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  ╰─╯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╭─────╮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│ ♥  ♥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ECCB1"/>
                </a:solidFill>
                <a:latin typeface="Consolas"/>
              </a:rPr>
              <a:t>    ╰─────╯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4087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SOUL.md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29887" y="3995928"/>
            <a:ext cx="1097280" cy="36576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4087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BBBCC"/>
                </a:solidFill>
                <a:latin typeface="Calibri"/>
              </a:rPr>
              <a:t>Who bot 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2687" y="4937760"/>
            <a:ext cx="2011680" cy="274320"/>
          </a:xfrm>
          <a:prstGeom prst="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CCB1"/>
                </a:solidFill>
                <a:latin typeface="Calibri"/>
              </a:rPr>
              <a:t>reads every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600200"/>
            <a:ext cx="2468880" cy="38404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600200"/>
            <a:ext cx="246888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5887" y="18288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  ╭─╮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 ( ○ 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  ╰─╯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╭─────╮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│    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8C82C"/>
                </a:solidFill>
                <a:latin typeface="Consolas"/>
              </a:rPr>
              <a:t>    ╰─────╯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27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USER.md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4527" y="3995928"/>
            <a:ext cx="1097280" cy="36576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727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BBBCC"/>
                </a:solidFill>
                <a:latin typeface="Calibri"/>
              </a:rPr>
              <a:t>Who you 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07327" y="4937760"/>
            <a:ext cx="2011680" cy="274320"/>
          </a:xfrm>
          <a:prstGeom prst="rect">
            <a:avLst/>
          </a:prstGeom>
          <a:solidFill>
            <a:srgbClr val="1E1E32"/>
          </a:solidFill>
          <a:ln w="12700">
            <a:solidFill>
              <a:srgbClr val="E8C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C82C"/>
                </a:solidFill>
                <a:latin typeface="Calibri"/>
              </a:rPr>
              <a:t>reads every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3367" y="1600200"/>
            <a:ext cx="2468880" cy="38404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13367" y="1600200"/>
            <a:ext cx="246888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0527" y="182880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   ╭─────╮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   │ ◎◎◎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   │ ◎ ◎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   │ ◎◎◎ 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   ╰──↻──╯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9B6BD6"/>
                </a:solidFill>
                <a:latin typeface="Consolas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3367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MEMORY.md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99167" y="3995928"/>
            <a:ext cx="1097280" cy="36576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3367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BBBCC"/>
                </a:solidFill>
                <a:latin typeface="Calibri"/>
              </a:rPr>
              <a:t>Interaction 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41967" y="4937760"/>
            <a:ext cx="2011680" cy="274320"/>
          </a:xfrm>
          <a:prstGeom prst="rect">
            <a:avLst/>
          </a:prstGeom>
          <a:solidFill>
            <a:srgbClr val="1E1E32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9B6BD6"/>
                </a:solidFill>
                <a:latin typeface="Calibri"/>
              </a:rPr>
              <a:t>loaded daily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AGENTS + SOUL + USER   </a:t>
            </a:r>
            <a:r>
              <a:rPr sz="1300">
                <a:solidFill>
                  <a:srgbClr val="BBBBCC"/>
                </a:solidFill>
                <a:latin typeface="Calibri"/>
              </a:rPr>
              <a:t>get loaded every single session — they shape everything your agent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