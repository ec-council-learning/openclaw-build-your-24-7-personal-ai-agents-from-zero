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E8732A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2AAFAF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E8C72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8889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 COURSE  ·  USE CASES  ·  APIFY + OPENCLAW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Can You Actually </a:t>
            </a:r>
            <a:pPr indent="0" marL="0">
              <a:buNone/>
            </a:pPr>
            <a:r>
              <a:rPr lang="en-US" sz="3600" b="1" dirty="0">
                <a:solidFill>
                  <a:srgbClr val="E87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This?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Apify + OpenClaw — if the data's on the web, you can grab 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37160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242438"/>
          </a:solidFill>
          <a:ln w="6350">
            <a:solidFill>
              <a:srgbClr val="3A3A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4630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1463040"/>
            <a:ext cx="640080" cy="256032"/>
          </a:xfrm>
          <a:prstGeom prst="roundRect">
            <a:avLst>
              <a:gd name="adj" fmla="val 14286"/>
            </a:avLst>
          </a:prstGeom>
          <a:solidFill>
            <a:srgbClr val="E8732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46304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85800" y="17190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Generation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by niche + city → name, website, phone, email, rating → instant lead 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00600" y="1371600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242438"/>
          </a:solidFill>
          <a:ln w="6350">
            <a:solidFill>
              <a:srgbClr val="3A3A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6304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A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57800" y="1463040"/>
            <a:ext cx="886968" cy="256032"/>
          </a:xfrm>
          <a:prstGeom prst="roundRect">
            <a:avLst>
              <a:gd name="adj" fmla="val 14286"/>
            </a:avLst>
          </a:prstGeom>
          <a:solidFill>
            <a:srgbClr val="2AAFAF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1463040"/>
            <a:ext cx="886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OUTREACH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37760" y="171907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Outreach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920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leads' websites, find what they're missing → personalised pitch, not cold pitch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395728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242438"/>
          </a:solidFill>
          <a:ln w="6350">
            <a:solidFill>
              <a:srgbClr val="3A3A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2487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C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05840" y="2487168"/>
            <a:ext cx="475488" cy="256032"/>
          </a:xfrm>
          <a:prstGeom prst="roundRect">
            <a:avLst>
              <a:gd name="adj" fmla="val 14286"/>
            </a:avLst>
          </a:prstGeom>
          <a:solidFill>
            <a:srgbClr val="E8C72A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48716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Leads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" y="2944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by industry, role &amp; location → names, profiles, work history, emails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800600" y="2395728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242438"/>
          </a:solidFill>
          <a:ln w="6350">
            <a:solidFill>
              <a:srgbClr val="3A3A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48716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257800" y="2487168"/>
            <a:ext cx="1133856" cy="256032"/>
          </a:xfrm>
          <a:prstGeom prst="roundRect">
            <a:avLst>
              <a:gd name="adj" fmla="val 14286"/>
            </a:avLst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5257800" y="248716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Research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294436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 their reviews &amp; Facebook ads → see exactly what they're running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674620" y="3419856"/>
            <a:ext cx="3794760" cy="914400"/>
          </a:xfrm>
          <a:prstGeom prst="roundRect">
            <a:avLst>
              <a:gd name="adj" fmla="val 5000"/>
            </a:avLst>
          </a:prstGeom>
          <a:solidFill>
            <a:srgbClr val="242438"/>
          </a:solidFill>
          <a:ln w="6350">
            <a:solidFill>
              <a:srgbClr val="3A3A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11780" y="35112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AF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131820" y="3511296"/>
            <a:ext cx="722376" cy="256032"/>
          </a:xfrm>
          <a:prstGeom prst="roundRect">
            <a:avLst>
              <a:gd name="adj" fmla="val 14286"/>
            </a:avLst>
          </a:prstGeom>
          <a:solidFill>
            <a:srgbClr val="2AAFAF"/>
          </a:solidFill>
          <a:ln/>
        </p:spPr>
      </p:sp>
      <p:sp>
        <p:nvSpPr>
          <p:cNvPr id="36" name="Text 34"/>
          <p:cNvSpPr/>
          <p:nvPr/>
        </p:nvSpPr>
        <p:spPr>
          <a:xfrm>
            <a:off x="3131820" y="3511296"/>
            <a:ext cx="722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11780" y="37673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Research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811780" y="396849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 pricing, listings &amp; product data across an industry in minutes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16162A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4617720"/>
            <a:ext cx="82296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73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 </a:t>
            </a:r>
            <a:pPr indent="0" marL="0">
              <a:buNone/>
            </a:pPr>
            <a:r>
              <a:rPr lang="en-US" sz="1100" dirty="0">
                <a:solidFill>
                  <a:srgbClr val="C0C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the data's on the web, you can grab it — just ask in plain English.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Can You Actually Do with This?</dc:title>
  <dc:subject>PptxGenJS Presentation</dc:subject>
  <dc:creator>OpenClaw Masterclass</dc:creator>
  <cp:lastModifiedBy>OpenClaw Masterclass</cp:lastModifiedBy>
  <cp:revision>1</cp:revision>
  <dcterms:created xsi:type="dcterms:W3CDTF">2026-06-30T18:29:46Z</dcterms:created>
  <dcterms:modified xsi:type="dcterms:W3CDTF">2026-06-30T18:29:46Z</dcterms:modified>
</cp:coreProperties>
</file>