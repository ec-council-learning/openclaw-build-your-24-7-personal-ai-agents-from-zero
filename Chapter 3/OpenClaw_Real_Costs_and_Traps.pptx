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MODELS  ·  REAL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What You're Actually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Paying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OpenClaw is free — but running it is not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411480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411480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74520"/>
            <a:ext cx="1280160" cy="256032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FIXED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58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Your Server (VPS)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42616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$5–12/month depending on plan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Predictable and easy to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691640"/>
            <a:ext cx="658368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691640"/>
            <a:ext cx="658368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1874520"/>
            <a:ext cx="1645920" cy="256032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VARIABLE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258568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API Usage (This Is Where It Gets Tricky)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670048"/>
            <a:ext cx="6126480" cy="29260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2670048"/>
            <a:ext cx="45720" cy="292608"/>
          </a:xfrm>
          <a:prstGeom prst="rect">
            <a:avLst/>
          </a:prstGeom>
          <a:solidFill>
            <a:srgbClr val="4CC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67004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BBBBCC"/>
                </a:solidFill>
                <a:latin typeface="Calibri"/>
              </a:rPr>
              <a:t>Budget models (Haiku, Mini): $5–20/month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3035808"/>
            <a:ext cx="6126480" cy="29260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7800" y="3035808"/>
            <a:ext cx="45720" cy="29260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03580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BBBBCC"/>
                </a:solidFill>
                <a:latin typeface="Calibri"/>
              </a:rPr>
              <a:t>Mid-tier models (Sonnet, GPT-5.2): $30–80/month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3401568"/>
            <a:ext cx="6126480" cy="29260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57800" y="3401568"/>
            <a:ext cx="45720" cy="29260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340156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BBBBCC"/>
                </a:solidFill>
                <a:latin typeface="Calibri"/>
              </a:rPr>
              <a:t>Flagship models (Opus, Pro): $100–300+/month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3767328"/>
            <a:ext cx="6126480" cy="29260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57800" y="3767328"/>
            <a:ext cx="45720" cy="29260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76732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BBBBCC"/>
                </a:solidFill>
                <a:latin typeface="Calibri"/>
              </a:rPr>
              <a:t>Single Opus prompt with heavy operations: $2–6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72000"/>
            <a:ext cx="11064240" cy="10515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572000"/>
            <a:ext cx="54864" cy="105156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09160"/>
            <a:ext cx="105156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Why so expensive? OpenClaw loads your entire workspace — identity files, memory, tools, conversation history — on every single message. A simple question can use 50,000–100,000 tokens before the model even starts thinking.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KEY POINT   </a:t>
            </a:r>
            <a:r>
              <a:rPr sz="1300">
                <a:solidFill>
                  <a:srgbClr val="BBBBCC"/>
                </a:solidFill>
                <a:latin typeface="Calibri"/>
              </a:rPr>
              <a:t>The model you choose determines your bill. Same agent, same tasks — completely different costs depending on which tier you run.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MODELS  ·  COST TRAPS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3 Cost Traps to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Avoid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Most people hit at least one of these — here's how to stay clear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6424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1106424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56232"/>
            <a:ext cx="320040" cy="256032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856232"/>
            <a:ext cx="1508760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EXPENSIVE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2199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Using a Flagship Model for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42032"/>
            <a:ext cx="10607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Running Opus or GPT-5.2 Pro for simple tasks like checking weather or sending a message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At $2–6 per prompt, this adds up to $40–120+ per day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Save powerful models for tasks that actually need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11064240" cy="12801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320040" cy="256032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593592"/>
            <a:ext cx="1179576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RETRY 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5935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Letting Failed Tasks Retry Forever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10607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A stuck task can keep retrying all night, burning credits while you sleep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We set guardrails for this in the security lesson — stop after 3 failures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83480"/>
            <a:ext cx="1106424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83480"/>
            <a:ext cx="1106424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148072"/>
            <a:ext cx="320040" cy="256032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5148072"/>
            <a:ext cx="1097280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HEARTBEAT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138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Running Heartbeat on an Expensive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33872"/>
            <a:ext cx="106070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Heartbeat runs every 30 minutes = 48 cycles per day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Each cycle loads the full context window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On a flagship model this gets expensive very quickly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GOLDEN RULE   </a:t>
            </a:r>
            <a:r>
              <a:rPr sz="1300">
                <a:solidFill>
                  <a:srgbClr val="BBBBCC"/>
                </a:solidFill>
                <a:latin typeface="Calibri"/>
              </a:rPr>
              <a:t>Use a powerful model for thinking and planning. Use a cheap model for doing the actual work. We'll set this up in the next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