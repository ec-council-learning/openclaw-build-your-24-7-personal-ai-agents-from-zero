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MODELS  ·  YOUR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Your AI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Model Options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11064240" cy="84124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25880"/>
            <a:ext cx="54864" cy="84124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540764"/>
            <a:ext cx="658368" cy="41148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417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Free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16916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MiniMax M2.5 via OpenRouter, Google Gemini Flash, local models via Ollama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21240" y="1600200"/>
            <a:ext cx="1463040" cy="292608"/>
          </a:xfrm>
          <a:prstGeom prst="rect">
            <a:avLst/>
          </a:prstGeom>
          <a:solidFill>
            <a:srgbClr val="1E1E32"/>
          </a:solidFill>
          <a:ln w="127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ECCB1"/>
                </a:solidFill>
                <a:latin typeface="Calibri"/>
              </a:rPr>
              <a:t>$0/month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86000"/>
            <a:ext cx="11064240" cy="84124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54864" cy="841248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500884"/>
            <a:ext cx="658368" cy="411480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MICRO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237744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Very Cheap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2651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Kimi K2.5 via OpenRouter ($0.42/M), Kimi via Moonshot ($0.60/M)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2560320"/>
            <a:ext cx="1463040" cy="292608"/>
          </a:xfrm>
          <a:prstGeom prst="rect">
            <a:avLst/>
          </a:prstGeom>
          <a:solidFill>
            <a:srgbClr val="1E1E32"/>
          </a:solidFill>
          <a:ln w="12700">
            <a:solidFill>
              <a:srgbClr val="6B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BC86B"/>
                </a:solidFill>
                <a:latin typeface="Calibri"/>
              </a:rPr>
              <a:t>$2–5/month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46120"/>
            <a:ext cx="11064240" cy="84124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246120"/>
            <a:ext cx="54864" cy="84124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461003"/>
            <a:ext cx="658368" cy="411480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LOW 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33375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Budget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361187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OpenAI Mini, Claude Haiku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3520439"/>
            <a:ext cx="1554480" cy="292608"/>
          </a:xfrm>
          <a:prstGeom prst="rect">
            <a:avLst/>
          </a:prstGeom>
          <a:solidFill>
            <a:srgbClr val="1E1E32"/>
          </a:solidFill>
          <a:ln w="12700">
            <a:solidFill>
              <a:srgbClr val="E8C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82C"/>
                </a:solidFill>
                <a:latin typeface="Calibri"/>
              </a:rPr>
              <a:t>Under $5/month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06240"/>
            <a:ext cx="11064240" cy="84124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54864" cy="84124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421124"/>
            <a:ext cx="658368" cy="41148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429768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ChatGPT Subscription via OAuth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4572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Use your existing Plus ($20/mo) or Pro ($200/mo) plan. No extra per-token cost. OpenAI actively supports this.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19" y="4480560"/>
            <a:ext cx="1737360" cy="292608"/>
          </a:xfrm>
          <a:prstGeom prst="rect">
            <a:avLst/>
          </a:prstGeom>
          <a:solidFill>
            <a:srgbClr val="1E1E32"/>
          </a:solidFill>
          <a:ln w="127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7A2C"/>
                </a:solidFill>
                <a:latin typeface="Calibri"/>
              </a:rPr>
              <a:t>Included in 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166360"/>
            <a:ext cx="11064240" cy="84124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166360"/>
            <a:ext cx="54864" cy="84124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381244"/>
            <a:ext cx="658368" cy="41148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19" y="525780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Anthropic API 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19" y="5532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Claude models, pay per use. Recommended: $40 credits to start. Best quality with OpenClaw.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5440680"/>
            <a:ext cx="1463040" cy="292608"/>
          </a:xfrm>
          <a:prstGeom prst="rect">
            <a:avLst/>
          </a:prstGeom>
          <a:solidFill>
            <a:srgbClr val="1E1E32"/>
          </a:solidFill>
          <a:ln w="127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9B6BD6"/>
                </a:solidFill>
                <a:latin typeface="Calibri"/>
              </a:rPr>
              <a:t>Pay per 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88"/>
                </a:solidFill>
                <a:latin typeface="Calibri"/>
              </a:rPr>
              <a:t>All options covered step by step in Section 3 — Models &amp; Cost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