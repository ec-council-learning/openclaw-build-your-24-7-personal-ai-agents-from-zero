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SETUP  ·  UNDERSTANDING 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What Is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Docker</a:t>
            </a:r>
            <a:r>
              <a:rPr sz="3600" b="1">
                <a:solidFill>
                  <a:srgbClr val="FFFFFF"/>
                </a:solidFill>
                <a:latin typeface="Trebuchet M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How OpenClaw runs on your server behind the scenes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303520" cy="27432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530352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74520"/>
            <a:ext cx="1554480" cy="29260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WITHOUT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Installed Directly on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Software shares files, settings, and dependencies with everything else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If something breaks, it can affect your whole server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Harder to reset or start fresh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5303520" cy="274320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91640"/>
            <a:ext cx="530352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1874520"/>
            <a:ext cx="1280160" cy="29260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WITH 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317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Running Inside a Container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697480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OpenClaw lives in its own isolated bubble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Has its own files, settings, and dependencies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If something breaks, the rest of your server stays clean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BBBBCC"/>
                </a:solidFill>
                <a:latin typeface="Calibri"/>
              </a:rPr>
              <a:t>You can delete and rebuild the container without touching anything else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00600"/>
            <a:ext cx="11064240" cy="123444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800600"/>
            <a:ext cx="54864" cy="1234440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37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Trebuchet MS"/>
              </a:rPr>
              <a:t>What Hostinger Did for You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BBBBCC"/>
                </a:solidFill>
                <a:latin typeface="Calibri"/>
              </a:rPr>
              <a:t>When you clicked Deploy, Hostinger automatically created a Docker container and installed OpenClaw inside it. Your gateway dashboard, your bot, everything runs inside this container.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KEY POINT   </a:t>
            </a:r>
            <a:r>
              <a:rPr sz="1300">
                <a:solidFill>
                  <a:srgbClr val="BBBBCC"/>
                </a:solidFill>
                <a:latin typeface="Calibri"/>
              </a:rPr>
              <a:t>You don't need to be a Docker expert. Just know that OpenClaw lives inside a container, and if you ever need to troubleshoot from the terminal, you'll need to step inside that container first.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