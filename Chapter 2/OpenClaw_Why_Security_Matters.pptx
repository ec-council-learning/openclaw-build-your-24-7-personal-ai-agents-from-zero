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AA"/>
                </a:solidFill>
                <a:latin typeface="Calibri"/>
              </a:rPr>
              <a:t>OPENCLAW COURSE  ·  SECURITY  ·  THE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What OpenClaw Actually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Understanding the architecture — so security makes sense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303520" cy="39319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1600200" cy="2743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NOT AN AI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7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What It's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39"/>
            <a:ext cx="493775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OpenClaw is not Claude, ChatGPT, or any AI model.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It doesn't do the thinking itself.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It has no intelligence of its own — it relies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entirely on the model you connect to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03520" cy="39319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74519"/>
            <a:ext cx="1965960" cy="274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ORCHESTRATION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7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What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39"/>
            <a:ext cx="493775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Open-source software that sits on top of AI models.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Manages scheduling, messaging, automations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&amp; task execution.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Connects to models via API — the models are the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brain, OpenClaw is the body.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OpenClaw doesn't think. It tells the AI what to do, when to do it, and manages the whole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AA"/>
                </a:solidFill>
                <a:latin typeface="Calibri"/>
              </a:rPr>
              <a:t>OPENCLAW COURSE  ·  SECURITY  ·  ATTACK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Every Connection Is a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The more you connect, the more you expose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352044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56232"/>
            <a:ext cx="320040" cy="2743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85623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677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Gmail &amp;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15184"/>
            <a:ext cx="3154680" cy="31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480559" y="169164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691640"/>
            <a:ext cx="352044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59" y="1856232"/>
            <a:ext cx="320040" cy="274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5623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2677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Google Drive &amp;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615184"/>
            <a:ext cx="3154680" cy="31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0" y="169164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691640"/>
            <a:ext cx="352044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856232"/>
            <a:ext cx="320040" cy="27432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59" y="185623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2677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Calendar &amp; 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15184"/>
            <a:ext cx="3154680" cy="31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74720"/>
            <a:ext cx="35204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639312"/>
            <a:ext cx="320040" cy="2743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363931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5079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Web Browsing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982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480559" y="347472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3474720"/>
            <a:ext cx="352044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59" y="3639312"/>
            <a:ext cx="320040" cy="2743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63931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59" y="405079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GitHub &amp; Dev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43982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412480" y="3474720"/>
            <a:ext cx="352044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0" y="3474720"/>
            <a:ext cx="352044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41080" y="3639312"/>
            <a:ext cx="320040" cy="274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59" y="363931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MESSAGING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05079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Slack, Discord &amp; Telegram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43982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532120"/>
            <a:ext cx="54864" cy="68580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6235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E87A2C"/>
                </a:solidFill>
                <a:latin typeface="Calibri"/>
              </a:rPr>
              <a:t>Each connection = a potential entry point. If someone accesses your OpenClaw, they access everything connected to it.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REMEMBER   </a:t>
            </a:r>
            <a:r>
              <a:rPr sz="1300">
                <a:solidFill>
                  <a:srgbClr val="BBBBCC"/>
                </a:solidFill>
                <a:latin typeface="Calibri"/>
              </a:rPr>
              <a:t>Only connect what you actually need. Start small and add more as you build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AA"/>
                </a:solidFill>
                <a:latin typeface="Calibri"/>
              </a:rPr>
              <a:t>OPENCLAW COURSE  ·  SECURITY  ·  THREAT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4 Threats Every User Must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Know the risks before you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56232"/>
            <a:ext cx="320040" cy="2743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856232"/>
            <a:ext cx="1591056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PROMPT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6771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Prompt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15184"/>
            <a:ext cx="4937759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Hidden instructions in emails or documents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that trick your bot into doing something harmful.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9" y="169164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79" y="1691640"/>
            <a:ext cx="530352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79" y="1856232"/>
            <a:ext cx="320040" cy="274320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59" y="1856232"/>
            <a:ext cx="1179576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26771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Exposed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615184"/>
            <a:ext cx="4937759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API keys, tokens, or passwords ending up where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they shouldn't — in chats, text files, or screenshots.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530352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33672"/>
            <a:ext cx="320040" cy="27432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23367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4515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Unsecured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92624"/>
            <a:ext cx="493775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Running OpenClaw on a server that's open 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the internet with no authentication or firewall.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406908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79" y="4069080"/>
            <a:ext cx="530352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79" y="4233672"/>
            <a:ext cx="320040" cy="2743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4233672"/>
            <a:ext cx="1179576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PERMISSIONS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464515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Over-Permissioning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79" y="4992624"/>
            <a:ext cx="493775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Giving your bot access to more accounts and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tools than it actually needs to do its job.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Every one of these threats is preventable. That's exactly what we'll set up in the next lessons.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AA"/>
                </a:solidFill>
                <a:latin typeface="Calibri"/>
              </a:rPr>
              <a:t>OPENCLAW COURSE  ·  SECURITY  ·  DEFENSE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4 Layers of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What we're building throughout this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56232"/>
            <a:ext cx="320040" cy="274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85623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6771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Server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15184"/>
            <a:ext cx="4937759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Run OpenClaw on a separate VPS in the cloud 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not on your personal computer.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9" y="169164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79" y="169164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79" y="1856232"/>
            <a:ext cx="320040" cy="2743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59" y="185623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26771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Network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615184"/>
            <a:ext cx="4937759" cy="85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Install Tailscale VPN so only your authorized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devices can reach the server.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530352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33672"/>
            <a:ext cx="320040" cy="274320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23367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4515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Access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92624"/>
            <a:ext cx="493775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Non-root users, disabled root login, firewalls,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and proper authentication.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4069080"/>
            <a:ext cx="5303520" cy="19202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79" y="4069080"/>
            <a:ext cx="530352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79" y="4233672"/>
            <a:ext cx="320040" cy="2743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4233672"/>
            <a:ext cx="1097280" cy="274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464515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Behavioral Guardrails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79" y="4992624"/>
            <a:ext cx="493775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Rules like: ask before sending, stop after 3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failures, max 10 min per task.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GOLDEN RULE   </a:t>
            </a:r>
            <a:r>
              <a:rPr sz="1300">
                <a:solidFill>
                  <a:srgbClr val="BBBBCC"/>
                </a:solidFill>
                <a:latin typeface="Calibri"/>
              </a:rPr>
              <a:t>Treat OpenClaw like a new employee on day one. Limited access first, more trust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