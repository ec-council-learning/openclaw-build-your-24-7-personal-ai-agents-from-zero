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SETUP  ·  API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How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API Costs</a:t>
            </a:r>
            <a:r>
              <a:rPr sz="3600" b="1">
                <a:solidFill>
                  <a:srgbClr val="FFFFFF"/>
                </a:solidFill>
                <a:latin typeface="Trebuchet MS"/>
              </a:rPr>
              <a:t>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Every interaction has a cost — here's what you need to know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11064240" cy="132588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1106424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10512"/>
            <a:ext cx="1472184" cy="256032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CONTEXT 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7627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rebuchet MS"/>
              </a:rPr>
              <a:t>Every Message Loads Your Full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9631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Agent files, personality, memory, tools, conversation history — all sent to the AI model before it even reads your question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A simple message can use 50,000–100,000 tokens in context alone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11064240" cy="14173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46120"/>
            <a:ext cx="11064240" cy="54864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410712"/>
            <a:ext cx="1097280" cy="256032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HEARTBEAT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7647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rebuchet MS"/>
              </a:rPr>
              <a:t>Heartbeat Runs Even When You Sleep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96511"/>
            <a:ext cx="10607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Wakes up every 30 minutes by default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Each cycle loads the full context window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48 cycles per day = significant cost if left unchecked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37759"/>
            <a:ext cx="11064240" cy="16002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37759"/>
            <a:ext cx="1106424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102351"/>
            <a:ext cx="1307592" cy="256032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ACTION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46811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rebuchet MS"/>
              </a:rPr>
              <a:t>What To Do Right 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88151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1.  Check your credit balance on your API dashboard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2.  Disable heartbeat if it's running — we'll set it up properly later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3.  In the next section we'll add cheaper models and smart routing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REMEMBER   </a:t>
            </a:r>
            <a:r>
              <a:rPr sz="1300">
                <a:solidFill>
                  <a:srgbClr val="BBBBCC"/>
                </a:solidFill>
                <a:latin typeface="Calibri"/>
              </a:rPr>
              <a:t>Not all models cost the same. We'll set up smart routing in the next section so your agent picks the cheapest option for each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