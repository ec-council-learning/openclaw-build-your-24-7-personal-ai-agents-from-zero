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SETUP  ·  API CREDITS &amp; RATE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Why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$40</a:t>
            </a:r>
            <a:r>
              <a:rPr sz="3600" b="1">
                <a:solidFill>
                  <a:srgbClr val="FFFFFF"/>
                </a:solidFill>
                <a:latin typeface="Trebuchet MS"/>
              </a:rPr>
              <a:t> Makes a Difference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Higher credits = higher tier = smoother setup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37360"/>
            <a:ext cx="5303520" cy="39319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7360"/>
            <a:ext cx="530352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920240"/>
            <a:ext cx="1097280" cy="29260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231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BBBBCC"/>
                </a:solidFill>
                <a:latin typeface="Calibri"/>
              </a:rPr>
              <a:t>Under $40 in credits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BBBBCC"/>
                </a:solidFill>
                <a:latin typeface="Calibri"/>
              </a:rPr>
              <a:t>30,000 input tokens per minute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BBBBCC"/>
                </a:solidFill>
                <a:latin typeface="Calibri"/>
              </a:rPr>
              <a:t>Bot can go silent mid-setup with no warning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6635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777799"/>
                </a:solidFill>
                <a:latin typeface="Calibri"/>
              </a:rPr>
              <a:t>Not recommended for initial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737360"/>
            <a:ext cx="5303520" cy="39319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1737360"/>
            <a:ext cx="530352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37960" y="1920240"/>
            <a:ext cx="1097280" cy="29260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24231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BBBBCC"/>
                </a:solidFill>
                <a:latin typeface="Calibri"/>
              </a:rPr>
              <a:t>$40 – $199 in credits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BBBBCC"/>
                </a:solidFill>
                <a:latin typeface="Calibri"/>
              </a:rPr>
              <a:t>450,000 input tokens per minute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BBBBCC"/>
                </a:solidFill>
                <a:latin typeface="Calibri"/>
              </a:rPr>
              <a:t>15x more capacity — setup runs without interruptions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166359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777799"/>
                </a:solidFill>
                <a:latin typeface="Calibri"/>
              </a:rPr>
              <a:t>Recommended starting point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KEY POINT   </a:t>
            </a:r>
            <a:r>
              <a:rPr sz="1300">
                <a:solidFill>
                  <a:srgbClr val="BBBBCC"/>
                </a:solidFill>
                <a:latin typeface="Calibri"/>
              </a:rPr>
              <a:t>The initial setup is very token-heavy. Starting at $40 moves you to Tier 2 and avoids the silent failures that frustrate most beginners.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