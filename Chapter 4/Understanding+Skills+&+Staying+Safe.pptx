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SKILLS  ·  WHAT ARE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What Are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Skills</a:t>
            </a:r>
            <a:r>
              <a:rPr sz="3600" b="1">
                <a:solidFill>
                  <a:srgbClr val="FFFFFF"/>
                </a:solidFill>
                <a:latin typeface="Trebuchet M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Skills turn your agent from a chatbot into something that actually gets things done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11064240" cy="16002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54864" cy="160020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82880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87A2C"/>
                </a:solidFill>
                <a:latin typeface="Trebuchet MS"/>
              </a:rPr>
              <a:t>Without Skills → </a:t>
            </a:r>
            <a:r>
              <a:rPr sz="1500" b="1">
                <a:solidFill>
                  <a:srgbClr val="8888AA"/>
                </a:solidFill>
                <a:latin typeface="Trebuchet MS"/>
              </a:rPr>
              <a:t>Just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148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Your agent can only have conversations with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82880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CCB1"/>
                </a:solidFill>
                <a:latin typeface="Trebuchet MS"/>
              </a:rPr>
              <a:t>With Skills → </a:t>
            </a:r>
            <a:r>
              <a:rPr sz="1500" b="1">
                <a:solidFill>
                  <a:srgbClr val="FFFFFF"/>
                </a:solidFill>
                <a:latin typeface="Trebuchet MS"/>
              </a:rPr>
              <a:t>Real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148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Your agent can send emails, check calendars, search the web, write code, manage files, and much more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1783080"/>
            <a:ext cx="18288" cy="1325880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20440"/>
            <a:ext cx="3520440" cy="12344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20440"/>
            <a:ext cx="3520440" cy="457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292608" cy="23774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5568" y="3657600"/>
            <a:ext cx="822960" cy="237744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77639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Trebuchet MS"/>
              </a:rPr>
              <a:t>Web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BBBCC"/>
                </a:solidFill>
                <a:latin typeface="Calibri"/>
              </a:rPr>
              <a:t>Look things up on the internet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3520440"/>
            <a:ext cx="3520440" cy="12344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3520440"/>
            <a:ext cx="3520440" cy="4572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3440" y="3657600"/>
            <a:ext cx="292608" cy="23774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47488" y="3657600"/>
            <a:ext cx="822960" cy="237744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GOOGLE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977639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Trebuchet MS"/>
              </a:rPr>
              <a:t>Google Workspace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2519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BBBCC"/>
                </a:solidFill>
                <a:latin typeface="Calibri"/>
              </a:rPr>
              <a:t>Gmail, Calendar, Drive, Docs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3520440"/>
            <a:ext cx="3520440" cy="12344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3520440"/>
            <a:ext cx="3520440" cy="45720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59" y="3657600"/>
            <a:ext cx="292608" cy="237744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9407" y="3657600"/>
            <a:ext cx="822960" cy="237744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59" y="3977639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Trebuchet MS"/>
              </a:rPr>
              <a:t>Coding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59" y="42519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BBBCC"/>
                </a:solidFill>
                <a:latin typeface="Calibri"/>
              </a:rPr>
              <a:t>Write and run code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074920"/>
            <a:ext cx="3520440" cy="12344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074920"/>
            <a:ext cx="3520440" cy="45720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5212080"/>
            <a:ext cx="292608" cy="237744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15568" y="5212080"/>
            <a:ext cx="822960" cy="237744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WEATHER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5321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Trebuchet MS"/>
              </a:rPr>
              <a:t>Weather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8064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BBBCC"/>
                </a:solidFill>
                <a:latin typeface="Calibri"/>
              </a:rPr>
              <a:t>Check forecasts for any location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59" y="5074920"/>
            <a:ext cx="3520440" cy="12344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80559" y="5074920"/>
            <a:ext cx="3520440" cy="457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63440" y="5212080"/>
            <a:ext cx="292608" cy="23774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47488" y="5212080"/>
            <a:ext cx="822960" cy="237744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VOICE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55321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Trebuchet MS"/>
              </a:rPr>
              <a:t>Voice &amp; Calling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58064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BBBCC"/>
                </a:solidFill>
                <a:latin typeface="Calibri"/>
              </a:rPr>
              <a:t>Speech-to-text, voice replies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5074920"/>
            <a:ext cx="3520440" cy="12344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12480" y="5074920"/>
            <a:ext cx="3520440" cy="4572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95359" y="5212080"/>
            <a:ext cx="292608" cy="23774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79407" y="5212080"/>
            <a:ext cx="822960" cy="237744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FILES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59" y="55321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Trebuchet MS"/>
              </a:rPr>
              <a:t>File Management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59" y="58064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BBBCC"/>
                </a:solidFill>
                <a:latin typeface="Calibri"/>
              </a:rPr>
              <a:t>Read, write, organise files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KEY POINT   </a:t>
            </a:r>
            <a:r>
              <a:rPr sz="1300">
                <a:solidFill>
                  <a:srgbClr val="BBBBCC"/>
                </a:solidFill>
                <a:latin typeface="Calibri"/>
              </a:rPr>
              <a:t>OpenClaw comes with 50+ built-in skills, plus a marketplace called ClawHub where you can find hundreds more. Always check the security scan before installing anything.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