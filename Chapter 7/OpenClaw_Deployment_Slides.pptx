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DEPLOYMENT  ·  REVERSE PROXY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Making Mission Control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Reverse Proxy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9487" y="1828800"/>
            <a:ext cx="310896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9487" y="1828800"/>
            <a:ext cx="310896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367" y="19933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2ECCB1"/>
                </a:solidFill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367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CCB1"/>
                </a:solidFill>
                <a:latin typeface="Trebuchet MS"/>
              </a:rPr>
              <a:t>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927" y="27614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BBBCC"/>
                </a:solidFill>
                <a:latin typeface="Consolas"/>
              </a:rPr>
              <a:t>Public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1367" y="1828800"/>
            <a:ext cx="310896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41367" y="1828800"/>
            <a:ext cx="310896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4247" y="19933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E87A2C"/>
                </a:solidFill>
              </a:rPr>
              <a:t>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47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7A2C"/>
                </a:solidFill>
                <a:latin typeface="Trebuchet MS"/>
              </a:rPr>
              <a:t>Caddy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807" y="27614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BBBCC"/>
                </a:solidFill>
                <a:latin typeface="Consolas"/>
              </a:rPr>
              <a:t>Port 80 / 443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247" y="1828800"/>
            <a:ext cx="310896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3247" y="1828800"/>
            <a:ext cx="310896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6127" y="19933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9B6BD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6127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B6BD6"/>
                </a:solidFill>
                <a:latin typeface="Trebuchet MS"/>
              </a:rPr>
              <a:t>Mission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687" y="27614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BBBCC"/>
                </a:solidFill>
                <a:latin typeface="Consolas"/>
              </a:rPr>
              <a:t>Port 3007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4167" y="2409444"/>
            <a:ext cx="274320" cy="36576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Triangle 25"/>
          <p:cNvSpPr/>
          <p:nvPr/>
        </p:nvSpPr>
        <p:spPr>
          <a:xfrm rot="5400000">
            <a:off x="4340199" y="2336291"/>
            <a:ext cx="182880" cy="182880"/>
          </a:xfrm>
          <a:prstGeom prst="rt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6047" y="2409444"/>
            <a:ext cx="274320" cy="36576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Triangle 27"/>
          <p:cNvSpPr/>
          <p:nvPr/>
        </p:nvSpPr>
        <p:spPr>
          <a:xfrm rot="5400000">
            <a:off x="7952079" y="2336291"/>
            <a:ext cx="182880" cy="182880"/>
          </a:xfrm>
          <a:prstGeom prst="rt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49039"/>
            <a:ext cx="11094415" cy="22402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49039"/>
            <a:ext cx="11094415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91363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87A2C"/>
                </a:solidFill>
                <a:latin typeface="Trebuchet MS"/>
              </a:rPr>
              <a:t>Caddy handles: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2A2A45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ECCB1"/>
                </a:solidFill>
                <a:latin typeface="Trebuchet M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5994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Incoming 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892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BBBCC"/>
                </a:solidFill>
                <a:latin typeface="Calibri"/>
              </a:rPr>
              <a:t>From the public internet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577840"/>
            <a:ext cx="3200400" cy="27432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0" y="4572000"/>
            <a:ext cx="457200" cy="457200"/>
          </a:xfrm>
          <a:prstGeom prst="ellipse">
            <a:avLst/>
          </a:prstGeom>
          <a:solidFill>
            <a:srgbClr val="2A2A45"/>
          </a:solidFill>
          <a:ln w="19050">
            <a:solidFill>
              <a:srgbClr val="E8C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E8C82C"/>
                </a:solidFill>
                <a:latin typeface="Trebuchet M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45994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Password 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59" y="4892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BBBCC"/>
                </a:solidFill>
                <a:latin typeface="Calibri"/>
              </a:rPr>
              <a:t>Basic auth at the edge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577840"/>
            <a:ext cx="3200400" cy="27432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75319" y="4572000"/>
            <a:ext cx="457200" cy="457200"/>
          </a:xfrm>
          <a:prstGeom prst="ellipse">
            <a:avLst/>
          </a:prstGeom>
          <a:solidFill>
            <a:srgbClr val="2A2A45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9B6BD6"/>
                </a:solidFill>
                <a:latin typeface="Trebuchet MS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5994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Trebuchet MS"/>
              </a:rPr>
              <a:t>Automatic HTTPS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892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BBBCC"/>
                </a:solidFill>
                <a:latin typeface="Calibri"/>
              </a:rPr>
              <a:t>Let's Encrypt certificates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9" y="5577840"/>
            <a:ext cx="3200400" cy="27432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ONE REVERSE PROXY   </a:t>
            </a:r>
            <a:r>
              <a:rPr sz="1300">
                <a:solidFill>
                  <a:srgbClr val="BBBBCC"/>
                </a:solidFill>
                <a:latin typeface="Calibri"/>
              </a:rPr>
              <a:t>Caddy sits in front of your server, handling security and SSL so Mission Control stays focused on the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DEPLOYMENT  ·  DOMAIN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Choose Your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Domain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Three ways to point a URL at your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147" y="1737360"/>
            <a:ext cx="3611880" cy="43434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147" y="1737360"/>
            <a:ext cx="361188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467" y="1965960"/>
            <a:ext cx="457200" cy="32004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ECCB1"/>
                </a:solidFill>
                <a:latin typeface="Trebuchet MS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6867" y="1965960"/>
            <a:ext cx="1005840" cy="3200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2ECCB1"/>
                </a:solidFill>
                <a:latin typeface="Calibri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467" y="24688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CCB1"/>
                </a:solidFill>
                <a:latin typeface="Trebuchet MS"/>
              </a:rPr>
              <a:t>Already Have a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467" y="292608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BBBCC"/>
                </a:solidFill>
                <a:latin typeface="Calibri"/>
              </a:rPr>
              <a:t>Reuse what you already 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467" y="3273552"/>
            <a:ext cx="3063240" cy="320040"/>
          </a:xfrm>
          <a:prstGeom prst="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2ECCB1"/>
                </a:solidFill>
                <a:latin typeface="Consolas"/>
              </a:rPr>
              <a:t>mc.yourdomain.com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467" y="3730752"/>
            <a:ext cx="306324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467" y="38679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ECCB1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Use a subdomain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787" y="411480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BBBCC"/>
                </a:solidFill>
                <a:latin typeface="Calibri"/>
              </a:rPr>
              <a:t>like mc.yourdomain.com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467" y="43891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ECCB1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787" y="463600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BBBCC"/>
                </a:solidFill>
                <a:latin typeface="Calibri"/>
              </a:rPr>
              <a:t>you already own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467" y="553212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888AA"/>
                </a:solidFill>
                <a:latin typeface="Calibri"/>
              </a:rPr>
              <a:t>BEST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467" y="57332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CCB1"/>
                </a:solidFill>
                <a:latin typeface="Calibri"/>
              </a:rPr>
              <a:t>Business owners, creators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9907" y="1737360"/>
            <a:ext cx="3611880" cy="43434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9907" y="1737360"/>
            <a:ext cx="361188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64227" y="1965960"/>
            <a:ext cx="457200" cy="32004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7A2C"/>
                </a:solidFill>
                <a:latin typeface="Trebuchet MS"/>
              </a:rPr>
              <a:t>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1627" y="1965960"/>
            <a:ext cx="1005840" cy="3200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87A2C"/>
                </a:solidFill>
                <a:latin typeface="Calibri"/>
              </a:rPr>
              <a:t>~$10/yr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4227" y="24688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87A2C"/>
                </a:solidFill>
                <a:latin typeface="Trebuchet MS"/>
              </a:rPr>
              <a:t>Buy a Cheap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4227" y="292608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BBBCC"/>
                </a:solidFill>
                <a:latin typeface="Calibri"/>
              </a:rPr>
              <a:t>Get a fresh URL for your brand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4227" y="3273552"/>
            <a:ext cx="3063240" cy="320040"/>
          </a:xfrm>
          <a:prstGeom prst="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87A2C"/>
                </a:solidFill>
                <a:latin typeface="Consolas"/>
              </a:rPr>
              <a:t>yourbrand.com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64227" y="3730752"/>
            <a:ext cx="306324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4227" y="38679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7A2C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Hostinger or Namecheap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8547" y="411480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BBBCC"/>
                </a:solidFill>
                <a:latin typeface="Calibri"/>
              </a:rPr>
              <a:t>popular registrars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227" y="43891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7A2C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A few dollars per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8547" y="463600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BBBCC"/>
                </a:solidFill>
                <a:latin typeface="Calibri"/>
              </a:rPr>
              <a:t>predictable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4227" y="553212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888AA"/>
                </a:solidFill>
                <a:latin typeface="Calibri"/>
              </a:rPr>
              <a:t>BEST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227" y="57332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A2C"/>
                </a:solidFill>
                <a:latin typeface="Calibri"/>
              </a:rPr>
              <a:t>Anyone building a brand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4667" y="1737360"/>
            <a:ext cx="3611880" cy="43434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4667" y="1737360"/>
            <a:ext cx="361188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58987" y="1965960"/>
            <a:ext cx="457200" cy="32004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9B6BD6"/>
                </a:solidFill>
                <a:latin typeface="Trebuchet MS"/>
              </a:rPr>
              <a:t>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16387" y="1965960"/>
            <a:ext cx="1005840" cy="3200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9B6BD6"/>
                </a:solidFill>
                <a:latin typeface="Calibri"/>
              </a:rPr>
              <a:t>FREE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8987" y="24688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9B6BD6"/>
                </a:solidFill>
                <a:latin typeface="Trebuchet MS"/>
              </a:rPr>
              <a:t>Free Dynamic DNS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8987" y="292608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BBBCC"/>
                </a:solidFill>
                <a:latin typeface="Calibri"/>
              </a:rPr>
              <a:t>No budget? No problem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8987" y="3273552"/>
            <a:ext cx="3063240" cy="320040"/>
          </a:xfrm>
          <a:prstGeom prst="rect">
            <a:avLst/>
          </a:prstGeom>
          <a:solidFill>
            <a:srgbClr val="151525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9B6BD6"/>
                </a:solidFill>
                <a:latin typeface="Consolas"/>
              </a:rPr>
              <a:t>yourname.duckdns.org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8987" y="3730752"/>
            <a:ext cx="306324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8987" y="38679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B6BD6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DuckDNS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3307" y="411480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BBBCC"/>
                </a:solidFill>
                <a:latin typeface="Calibri"/>
              </a:rPr>
              <a:t>free subdomain 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8987" y="43891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B6BD6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Ready in minutes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3307" y="463600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BBBCC"/>
                </a:solidFill>
                <a:latin typeface="Calibri"/>
              </a:rPr>
              <a:t>signup with GitHub or Google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8987" y="553212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888AA"/>
                </a:solidFill>
                <a:latin typeface="Calibri"/>
              </a:rPr>
              <a:t>BEST FOR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8987" y="57332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B6BD6"/>
                </a:solidFill>
                <a:latin typeface="Calibri"/>
              </a:rPr>
              <a:t>Testing, personal use, no budget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QUICK TIP   </a:t>
            </a:r>
            <a:r>
              <a:rPr sz="1300">
                <a:solidFill>
                  <a:srgbClr val="BBBBCC"/>
                </a:solidFill>
                <a:latin typeface="Calibri"/>
              </a:rPr>
              <a:t>All three options work the same with Caddy — pick whichever matches your budget and brand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